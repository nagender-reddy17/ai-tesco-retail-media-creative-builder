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6032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Tesco Retail Media Creative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0" y="2239297"/>
            <a:ext cx="8229600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Media Creative Tool Hackathon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creative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Advertisers struggle with creative production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Agency dependency increases cost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Risk of non-compliant ads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Slow turnaround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creative builder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Tesco-compliant creatives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design expertise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input-based UI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creative generation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Compliance validation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Instant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Generative AI text creation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Tesco rules engine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Retail-grade UI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Python, Flask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AI: Rule-based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/ Workflow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0EC017-B122-0786-9B28-E7F35E941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06635" y="1265903"/>
            <a:ext cx="7130730" cy="475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Encoding compliance rules</a:t>
            </a:r>
          </a:p>
          <a:p>
            <a:pPr marL="0" indent="0">
              <a:buNone/>
            </a:pPr>
            <a:r>
              <a:rPr dirty="0"/>
              <a:t>• Balancing creativity &amp; policy</a:t>
            </a:r>
          </a:p>
          <a:p>
            <a:pPr marL="0" indent="0">
              <a:buNone/>
            </a:pPr>
            <a:r>
              <a:rPr dirty="0"/>
              <a:t>• Hackathon time constraints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Image generation</a:t>
            </a:r>
          </a:p>
          <a:p>
            <a:pPr marL="0" indent="0">
              <a:buNone/>
            </a:pPr>
            <a:r>
              <a:rPr dirty="0"/>
              <a:t>• Drag &amp; drop banners</a:t>
            </a:r>
          </a:p>
          <a:p>
            <a:pPr marL="0" indent="0">
              <a:buNone/>
            </a:pPr>
            <a:r>
              <a:rPr dirty="0"/>
              <a:t>• Brand pack upload</a:t>
            </a:r>
          </a:p>
          <a:p>
            <a:pPr marL="0" indent="0">
              <a:buNone/>
            </a:pPr>
            <a:r>
              <a:rPr dirty="0"/>
              <a:t>• Advanced AI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Faster creative generation</a:t>
            </a:r>
          </a:p>
          <a:p>
            <a:pPr marL="0" indent="0">
              <a:buNone/>
            </a:pPr>
            <a:r>
              <a:rPr dirty="0"/>
              <a:t>• Guaranteed compliance</a:t>
            </a:r>
          </a:p>
          <a:p>
            <a:pPr marL="0" indent="0">
              <a:buNone/>
            </a:pPr>
            <a:r>
              <a:rPr dirty="0"/>
              <a:t>• Scalable for Tesco Retail Media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152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Tahoma</vt:lpstr>
      <vt:lpstr>Times New Roman</vt:lpstr>
      <vt:lpstr>Office Theme</vt:lpstr>
      <vt:lpstr>AI-Powered Tesco Retail Media Creative Builder</vt:lpstr>
      <vt:lpstr>Problem Statement</vt:lpstr>
      <vt:lpstr>Solution Overview</vt:lpstr>
      <vt:lpstr>Project Overview</vt:lpstr>
      <vt:lpstr>Key Technical Features</vt:lpstr>
      <vt:lpstr>Technology Stack</vt:lpstr>
      <vt:lpstr>Architecture / Workflow</vt:lpstr>
      <vt:lpstr>Challenges Faced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nagender reddy</cp:lastModifiedBy>
  <cp:revision>2</cp:revision>
  <dcterms:created xsi:type="dcterms:W3CDTF">2013-01-27T09:14:16Z</dcterms:created>
  <dcterms:modified xsi:type="dcterms:W3CDTF">2025-12-29T03:57:36Z</dcterms:modified>
  <cp:category/>
</cp:coreProperties>
</file>